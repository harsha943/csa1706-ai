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66" r:id="rId2"/>
    <p:sldId id="256" r:id="rId3"/>
    <p:sldId id="276" r:id="rId4"/>
    <p:sldId id="275" r:id="rId5"/>
    <p:sldId id="270" r:id="rId6"/>
    <p:sldId id="257" r:id="rId7"/>
    <p:sldId id="265" r:id="rId8"/>
    <p:sldId id="278" r:id="rId9"/>
    <p:sldId id="261" r:id="rId10"/>
    <p:sldId id="272" r:id="rId11"/>
    <p:sldId id="273" r:id="rId12"/>
    <p:sldId id="279" r:id="rId13"/>
    <p:sldId id="280" r:id="rId14"/>
    <p:sldId id="281" r:id="rId15"/>
    <p:sldId id="262" r:id="rId16"/>
    <p:sldId id="263" r:id="rId17"/>
    <p:sldId id="259" r:id="rId18"/>
    <p:sldId id="26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13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3064CC-936A-4965-8E58-4145E966ADFE}" type="datetimeFigureOut">
              <a:rPr lang="en-IN" smtClean="0"/>
              <a:t>04-09-2026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A64A3E-E6CA-448E-B4A8-7290A70D914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27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A64A3E-E6CA-448E-B4A8-7290A70D914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36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6E8048-4569-97A5-CF6A-029ACBBC70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824672"/>
            <a:ext cx="9205131" cy="1470025"/>
          </a:xfrm>
        </p:spPr>
        <p:txBody>
          <a:bodyPr>
            <a:noAutofit/>
          </a:bodyPr>
          <a:lstStyle/>
          <a:p>
            <a:br>
              <a:rPr lang="en-IN" sz="2800" dirty="0"/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CSA1706 – ARTIFICIAL INTELLIGENCE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Resume Screening &amp; Qualification Matcher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0D40A4-3319-1326-2788-4DFCA7F60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785" y="4549775"/>
            <a:ext cx="8119495" cy="176784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2000" dirty="0">
                <a:solidFill>
                  <a:schemeClr val="tx1"/>
                </a:solidFill>
              </a:rPr>
              <a:t>SUPERVISORS:                                                              PRESENTED BY:               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DR.KRISHNAKUMAR KATHIRESAN                    S. Vivek Datta(192311196)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COMPUTER SCIENCE                                           Shiva Teja()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 ENGINEERING                                                      </a:t>
            </a:r>
          </a:p>
          <a:p>
            <a:pPr algn="l"/>
            <a:r>
              <a:rPr lang="en-US" sz="2000" dirty="0">
                <a:solidFill>
                  <a:schemeClr val="tx1"/>
                </a:solidFill>
              </a:rPr>
              <a:t>                                                                               </a:t>
            </a:r>
          </a:p>
        </p:txBody>
      </p:sp>
      <p:pic>
        <p:nvPicPr>
          <p:cNvPr id="4" name="Google Shape;87;p1" descr="SIMATS ENGINEERING —BIOTECHNOLOGY">
            <a:extLst>
              <a:ext uri="{FF2B5EF4-FFF2-40B4-BE49-F238E27FC236}">
                <a16:creationId xmlns:a16="http://schemas.microsoft.com/office/drawing/2014/main" id="{4ADC8018-CA04-5328-FC73-8A900451F0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9646" y="204621"/>
            <a:ext cx="8857206" cy="14223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1537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0" indent="0"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FF7654EA-5EE6-6157-9679-6D359B805D9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5450" y="160801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5AA77D09-F7A7-1AB6-2E2C-0F0533ACE2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372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74958-B4E0-3F70-7A2D-B1DE61DB7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58A08-A2F0-B5CB-DF96-B4D40647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80FC752A-ED5C-6ADE-83D1-623ACA69A8D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5450" y="160801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633006E5-A3E5-22A7-3496-A2577AF7E40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372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E925C4-6758-F255-D81C-D82151A7734A}"/>
              </a:ext>
            </a:extLst>
          </p:cNvPr>
          <p:cNvSpPr txBox="1"/>
          <p:nvPr/>
        </p:nvSpPr>
        <p:spPr>
          <a:xfrm>
            <a:off x="316121" y="2247370"/>
            <a:ext cx="837068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is an AI-based resume screening and candidate qualification system.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automates the process of analyzing and evaluating candidate resumes.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skills, education, experience, and candidate details from resumes.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used to compare resumes with job requirements.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and cosine similarity are used to measure candidate-job relevance.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Candidates are evaluated based on skills, experience, education, and semantic similarity.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generates an overall candidate score and screening status.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matched and missing mandatory skills for each candidate.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Candidates are categorized as Shortlisted, Under Review/Waitlist, or Not Shortlisted.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recruiters perform faster, consistent, and explainable candidate screening.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045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5D14-A007-1041-F9E2-8E262A8DC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3DE66-EE52-7EE5-8C4A-9C3A60D0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76123"/>
            <a:ext cx="8229600" cy="1143000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C1F66571-1F02-F5C6-913E-0E894990003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55450" y="160801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9D168F3B-423B-45F5-76FA-CFAFFD7A80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372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BBC7048-0C3A-DB36-A7DF-AFF8977B52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1933" y="1820608"/>
            <a:ext cx="767926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Recruitment teams receive a large number of resumes for a single job position.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Manually screening resumes is time-consuming and inefficient.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Resumes contain information in different formats and terminology.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screening may not identify the actual relevance of a candidate.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NLP can automate resume analysis and candidate matching.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 compares candidate profiles with job-specific requirements.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evaluates skills, experience, education, and semantic similarity.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an explainable candidate score and highlights matched and missing skills.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helps recruiters make faster and more consistent hiring decisions. </a:t>
            </a:r>
          </a:p>
        </p:txBody>
      </p:sp>
    </p:spTree>
    <p:extLst>
      <p:ext uri="{BB962C8B-B14F-4D97-AF65-F5344CB8AC3E}">
        <p14:creationId xmlns:p14="http://schemas.microsoft.com/office/powerpoint/2010/main" val="3734699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C7859-4B99-2312-36CD-2C245568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80B05-232B-B87B-FBA8-24BC92DD1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7A56F58B-6CCF-6581-367E-60FD27C8BB9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954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095793F3-CD62-1FAC-7A0A-237FE05E78B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116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EC1D369-23DA-F170-5CA1-390C3746FF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709052"/>
            <a:ext cx="8479753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resume screening is time-consuming and inefficient for recruiters.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numbers of resumes make it difficult to identify suitable candidates quickly.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Resumes contain unstructured information in different formats and terminology.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keyword-based methods may fail to identify the semantic relevance of a candidate.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Recruiters need to evaluate skills, experience, education, and job requirements together.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Existing screening methods may not clearly explain why a candidate is selected or rejected.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Therefore, an AI-based system is needed to automate resume analysis, candidate matching, scoring, and qualification decisions. </a:t>
            </a:r>
          </a:p>
        </p:txBody>
      </p:sp>
    </p:spTree>
    <p:extLst>
      <p:ext uri="{BB962C8B-B14F-4D97-AF65-F5344CB8AC3E}">
        <p14:creationId xmlns:p14="http://schemas.microsoft.com/office/powerpoint/2010/main" val="2457000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796" y="630238"/>
            <a:ext cx="8229600" cy="1143000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BA694B1F-4FA7-DAD6-A969-6E591926292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25954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5B584D55-1CCD-C049-C2DB-BD336FCA973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116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29B06BB-529D-09A4-5291-3FC3BCEFB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335" y="1978356"/>
            <a:ext cx="7619330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automate the resume screening process using Artificial Intelligence.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extract skills, experience, education, and candidate details from resumes.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match candidate profiles with job-specific requirements.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use NLP and TF-IDF to measure resume–job relevance.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generate an overall candidate fitness score.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matched and missing skills for each candidate.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faster, consistent, and explainable hiring decisions.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6791" y="532872"/>
            <a:ext cx="8229600" cy="1143000"/>
          </a:xfrm>
        </p:spPr>
        <p:txBody>
          <a:bodyPr/>
          <a:lstStyle/>
          <a:p>
            <a:r>
              <a:rPr lang="en-IN" dirty="0"/>
              <a:t>METHODOLOGY</a:t>
            </a:r>
          </a:p>
        </p:txBody>
      </p:sp>
      <p:pic>
        <p:nvPicPr>
          <p:cNvPr id="8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86787617-A35C-840B-8F76-5FEC14F65E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792" y="8667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202F32A7-34D1-B836-8B24-19B3D18059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371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33F112F-08E6-F61C-87F3-8A7FD1BE0FF8}"/>
              </a:ext>
            </a:extLst>
          </p:cNvPr>
          <p:cNvSpPr txBox="1"/>
          <p:nvPr/>
        </p:nvSpPr>
        <p:spPr>
          <a:xfrm>
            <a:off x="276791" y="1934105"/>
            <a:ext cx="874867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Job Requirement Definition – Define job role, mandatory skills, preferred skills, experience, and education.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Upload &amp; Ingestion – Upload candidate resumes in PDF, DOCX, or TXT formats.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Resume Parsing – Extract candidate details, skills, education, and professional experience.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Skill Matching – Compare candidate skills with the mandatory and preferred job requirements.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NLP-Based Matching – Use TF-IDF and cosine similarity to measure resume–job relevance.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Candidate Scoring – Calculate an overall score based on skills, semantic similarity, experience, and education. </a:t>
            </a:r>
          </a:p>
          <a:p>
            <a:pPr marL="285750" marR="0" lvl="0" indent="-28575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Screening &amp; Analysis – Classify candidates as Shortlisted, Under Review/Waitlist, or Not Shortlisted and display the results through analytics.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35256-081C-5693-5902-E978E197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A8EF5-D9C5-04D2-3926-8702D7181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8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AE75C203-1F24-924F-9C30-810CC884DDB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6792" y="8667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E9CA56A1-E127-9CE2-E3CC-96EBE559A31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10371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680411-8CA3-11E5-2A5F-08339120E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026" y="1605604"/>
            <a:ext cx="6957336" cy="463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474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/>
              <a:t>MODULE 1 </a:t>
            </a:r>
            <a:br>
              <a:rPr lang="fr-FR" sz="2800" dirty="0"/>
            </a:br>
            <a:r>
              <a:rPr lang="fr-FR" sz="2800" dirty="0"/>
              <a:t>JOB REQUIREMENT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8207" y="1809874"/>
            <a:ext cx="4681660" cy="4243978"/>
          </a:xfrm>
        </p:spPr>
        <p:txBody>
          <a:bodyPr>
            <a:normAutofit fontScale="92500"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the job role and description.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Set mandatory technical skills.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preferred/bonus skills.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Specify minimum work experience.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the required educational qualification.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Validate and process the job requirements. 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the criteria for candidate matching and screening.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E7F6DB10-1B50-4EDF-2E20-C4EF1C8D429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1D22F1E4-0380-33EE-0790-CAC955DFE1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48404"/>
            <a:ext cx="1256837" cy="125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6E3357-A924-01BA-99F4-5720FDF30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2997" y="2404532"/>
            <a:ext cx="3823803" cy="2293337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70D9F5-F528-0948-E016-0A558240B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C5F2F-4D3A-7104-7FEC-D387612B0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286809"/>
            <a:ext cx="6739467" cy="114300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PROCESSING &amp; ANALYSIS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3144E89F-3978-58E5-C9E2-AC9E87288E1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5D0AC003-5529-1775-AC35-6285953FA7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48404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4BF3FA4-7634-A9AE-A11C-31BDC82D8DA2}"/>
              </a:ext>
            </a:extLst>
          </p:cNvPr>
          <p:cNvSpPr txBox="1"/>
          <p:nvPr/>
        </p:nvSpPr>
        <p:spPr>
          <a:xfrm>
            <a:off x="457199" y="1581824"/>
            <a:ext cx="8238067" cy="419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 resumes in PDF, DOCX, and TXT formats.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text and candidate information from resumes.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relevant technical and professional skills.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educational qualifications.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 work experience and years of experience.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Parse important contact information such as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name,email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phone. 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structured candidate profile for further matching and screening.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2124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DF655B-6583-FC3A-8DC7-CCCFEE854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FC62C-2900-BBC5-72B2-70C163D9C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332" y="595831"/>
            <a:ext cx="6883400" cy="1143000"/>
          </a:xfrm>
        </p:spPr>
        <p:txBody>
          <a:bodyPr>
            <a:no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 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MATCHING &amp; CANDIDATE SCREENING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6695BA-9641-9090-982F-68EC94358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7264" y="1635153"/>
            <a:ext cx="8479536" cy="4424271"/>
          </a:xfrm>
        </p:spPr>
        <p:txBody>
          <a:bodyPr>
            <a:norm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candidate profiles with job requirements.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Match mandatory and preferred skills.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TF-IDF and cosine similarity for semantic matching.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 candidate experience and education.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 the overall candidate score (0–100%).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matched and missing mandatory skills.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Classify candidates as Shortlisted, Under Review/Waitlist, or Not Shortlisted.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BCE2B9C0-8DC1-7B77-A644-D31D4EB27AE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7014CD1D-E33E-329D-AF26-314A1A9AE0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56871"/>
            <a:ext cx="1256837" cy="125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48166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7BE7-6CB6-8451-F6EB-CF6BB6DA4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6422" y="701410"/>
            <a:ext cx="5952067" cy="1143000"/>
          </a:xfrm>
        </p:spPr>
        <p:txBody>
          <a:bodyPr>
            <a:normAutofit fontScale="9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</a:t>
            </a:r>
            <a:b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MATCHING &amp; CANDIDATE SCREENING</a:t>
            </a:r>
            <a:endParaRPr lang="en-IN" sz="28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6FDE6E-AFC1-A5AC-766F-0802086A70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79900"/>
            <a:ext cx="8430513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the candidate screening results through a dashboard.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candidate search and filtering based on score and status.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Compare multiple candidates using side-by-side comparison.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 candidate score distribution and skill coverage.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matched and missing skills for better decision-making.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Export shortlisted candidates in CSV/JSON formats.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candidate-specific interview questions based on their profile and skill gaps. </a:t>
            </a:r>
          </a:p>
        </p:txBody>
      </p:sp>
      <p:pic>
        <p:nvPicPr>
          <p:cNvPr id="5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35D9219E-F38B-6C7C-51F9-3745F74F43C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367F4C9C-7758-BF1A-4EBF-28D3FC9562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48404"/>
            <a:ext cx="1256837" cy="12568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720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4F9A5-7C70-49F8-F3B9-B6849B95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2352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485494A1-9D47-3206-C6AA-E3C7B872F9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6F970D33-77F1-7826-BC1E-29944069EB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48404"/>
            <a:ext cx="1256837" cy="125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691AF98-B148-20CC-FD5D-9F1D2FFD8E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599" y="1788059"/>
            <a:ext cx="8686801" cy="460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036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43121-FEF7-7039-4B6F-E053AE4D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664E0-338D-FFB5-3B80-7848830F0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92352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661F7588-AB6A-18B5-06E5-A4840868821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7200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BA076F82-5AC7-C487-5EB4-015B7802E3F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48404"/>
            <a:ext cx="1256837" cy="12568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EB374CAD-2826-2270-A3E5-35B68D1BC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406" y="1823318"/>
            <a:ext cx="8325394" cy="4542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1949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CB3FCB14-8A0A-B118-5A70-E7C7B81F0CD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785" y="177953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E431DCB8-CF3E-A528-55B2-913A513F3C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8941" y="215017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F14AEA0A-65B1-9286-A3A6-535697750F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1" y="1348904"/>
            <a:ext cx="8229600" cy="50285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Recruitment &amp; Hiring: Automates initial resume screening and candidate selection.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Technical Recruitment: Identifies candidates with required technical skills.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High-Volume Hiring: Quickly screens large numbers of resumes.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 Screening: Helps reduce unconscious bias during initial candidate evaluation.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Candidate Comparison: Supports recruiters in comparing shortlisted candidates.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Preparation: Generates interview questions based on candidate profiles and skill gaps.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Recruitment Analytics: Provides insights into candidate scores, skill coverage, and screening results.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4060"/>
            <a:ext cx="8229600" cy="1143000"/>
          </a:xfrm>
        </p:spPr>
        <p:txBody>
          <a:bodyPr>
            <a:norm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E1BEF621-11F9-0A82-E98C-915932D39E4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5786" y="92640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FBCDA957-AE9D-C498-D1EB-FBE8B089A9E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92076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A74DE3E-EA40-A399-F363-E4398650B8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2179900"/>
            <a:ext cx="8507457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NLP models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better resume understanding.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AI/LLM-based semantic matching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improved candidate-job relevance.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resume 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languages.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large-scale candidate and job management.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recruiter feedback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improve screening accuracy.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bias and fairness monitoring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candidate screening.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job portals and HR management systems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automated recruitment.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dirty="0"/>
          </a:p>
        </p:txBody>
      </p:sp>
      <p:pic>
        <p:nvPicPr>
          <p:cNvPr id="4" name="Google Shape;95;p2" descr="Saveetha School of Engineering: Courses, Admission 2025, Fees, Scholarship,  Placements, Ranking">
            <a:extLst>
              <a:ext uri="{FF2B5EF4-FFF2-40B4-BE49-F238E27FC236}">
                <a16:creationId xmlns:a16="http://schemas.microsoft.com/office/drawing/2014/main" id="{7DBD1902-1824-4C9E-668B-0D245E3E451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8637" y="86672"/>
            <a:ext cx="1011121" cy="1330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94;p2" descr="Saveetha Institute of Medical and Technical Sciences -SIMATS | Chennai">
            <a:extLst>
              <a:ext uri="{FF2B5EF4-FFF2-40B4-BE49-F238E27FC236}">
                <a16:creationId xmlns:a16="http://schemas.microsoft.com/office/drawing/2014/main" id="{92DBBBEF-023E-C462-57A9-81DECE1AF8D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18526" y="160801"/>
            <a:ext cx="1256837" cy="125683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506B5996-F66D-5D7F-5379-63F15390D8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972152"/>
            <a:ext cx="8518163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AI automates the initial resume screening and candidate qualification process.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extracts and analyzes skills, education, and experience from resumes.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techniques are used to match candidates with job requirements.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AI scoring system provides an overall candidate fitness score.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identifies matched and missing skills to make screening more explainable.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Analytics and comparison features help recruiters make faster and consistent hiring decisions.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and screening time while improving the recruitment process.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</TotalTime>
  <Words>1101</Words>
  <Application>Microsoft Office PowerPoint</Application>
  <PresentationFormat>On-screen Show (4:3)</PresentationFormat>
  <Paragraphs>133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Times New Roman</vt:lpstr>
      <vt:lpstr>Wingdings</vt:lpstr>
      <vt:lpstr>Office Theme</vt:lpstr>
      <vt:lpstr> CSA1706 – ARTIFICIAL INTELLIGENCE AI Resume Screening &amp; Qualification Matcher</vt:lpstr>
      <vt:lpstr>OVERVIEW</vt:lpstr>
      <vt:lpstr>ABSTRACT</vt:lpstr>
      <vt:lpstr>INTRODUCTION</vt:lpstr>
      <vt:lpstr>PROBLEM STATEMENT</vt:lpstr>
      <vt:lpstr>OBJECTIVES</vt:lpstr>
      <vt:lpstr>METHODOLOGY</vt:lpstr>
      <vt:lpstr>SYSTEM ARCHITECTURE</vt:lpstr>
      <vt:lpstr>MODULE 1  JOB REQUIREMENT MANAGEMENT</vt:lpstr>
      <vt:lpstr>MODULE 2   RESUME PROCESSING &amp; ANALYSIS</vt:lpstr>
      <vt:lpstr>MODULE 3   AI MATCHING &amp; CANDIDATE SCREENING</vt:lpstr>
      <vt:lpstr>MODULE 4 AI MATCHING &amp; CANDIDATE SCREENING</vt:lpstr>
      <vt:lpstr>Result</vt:lpstr>
      <vt:lpstr>Result</vt:lpstr>
      <vt:lpstr>APPLICATION</vt:lpstr>
      <vt:lpstr>FUTURE ENHANCEMENT</vt:lpstr>
      <vt:lpstr>CONCLUSION</vt:lpstr>
      <vt:lpstr>       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 11 PRO</dc:creator>
  <cp:keywords/>
  <dc:description>generated using python-pptx</dc:description>
  <cp:lastModifiedBy>VIVEK DATTA SAVARAM</cp:lastModifiedBy>
  <cp:revision>19</cp:revision>
  <dcterms:created xsi:type="dcterms:W3CDTF">2013-01-27T09:14:16Z</dcterms:created>
  <dcterms:modified xsi:type="dcterms:W3CDTF">2026-09-04T16:10:25Z</dcterms:modified>
  <cp:category/>
</cp:coreProperties>
</file>